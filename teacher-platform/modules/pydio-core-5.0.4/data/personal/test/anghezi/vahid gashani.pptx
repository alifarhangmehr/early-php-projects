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79" r:id="rId2"/>
    <p:sldId id="256" r:id="rId3"/>
    <p:sldId id="275" r:id="rId4"/>
    <p:sldId id="274" r:id="rId5"/>
    <p:sldId id="273" r:id="rId6"/>
    <p:sldId id="258" r:id="rId7"/>
    <p:sldId id="261" r:id="rId8"/>
    <p:sldId id="259" r:id="rId9"/>
    <p:sldId id="260" r:id="rId10"/>
    <p:sldId id="262" r:id="rId11"/>
    <p:sldId id="278" r:id="rId12"/>
    <p:sldId id="263" r:id="rId13"/>
    <p:sldId id="264" r:id="rId14"/>
    <p:sldId id="265" r:id="rId15"/>
    <p:sldId id="257" r:id="rId16"/>
    <p:sldId id="266" r:id="rId17"/>
    <p:sldId id="270" r:id="rId18"/>
    <p:sldId id="267" r:id="rId19"/>
    <p:sldId id="268" r:id="rId20"/>
    <p:sldId id="269" r:id="rId21"/>
    <p:sldId id="271" r:id="rId22"/>
    <p:sldId id="272" r:id="rId23"/>
    <p:sldId id="276" r:id="rId24"/>
    <p:sldId id="277" r:id="rId25"/>
  </p:sldIdLst>
  <p:sldSz cx="9144000" cy="6858000" type="screen4x3"/>
  <p:notesSz cx="6858000" cy="9144000"/>
  <p:defaultTextStyle>
    <a:defPPr>
      <a:defRPr lang="fa-IR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 varScale="1">
        <p:scale>
          <a:sx n="63" d="100"/>
          <a:sy n="63" d="100"/>
        </p:scale>
        <p:origin x="-151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705209E-8025-4131-A11D-929EE30345E4}" type="datetimeFigureOut">
              <a:rPr lang="fa-IR" smtClean="0"/>
              <a:t>09/20/1434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277D172B-FC9E-4E9C-8C29-2BA4C072E54B}" type="slidenum">
              <a:rPr lang="fa-IR" smtClean="0"/>
              <a:t>‹#›</a:t>
            </a:fld>
            <a:endParaRPr lang="fa-I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65760" indent="-365760" algn="r" defTabSz="914400" rtl="1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r" defTabSz="914400" rtl="1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r" defTabSz="914400" rtl="1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r" defTabSz="914400" rtl="1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r" defTabSz="914400" rtl="1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r" defTabSz="914400" rtl="1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r" defTabSz="914400" rtl="1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r" defTabSz="914400" rtl="1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r" defTabSz="914400" rtl="1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a-IR" dirty="0" smtClean="0"/>
              <a:t>                      عنوان پروژه:معرفی بیل مکانیکی</a:t>
            </a:r>
          </a:p>
          <a:p>
            <a:r>
              <a:rPr lang="fa-IR" dirty="0" smtClean="0"/>
              <a:t>                       درس:مدیریت تشکیلات و کارگاه</a:t>
            </a:r>
          </a:p>
          <a:p>
            <a:endParaRPr lang="fa-IR" dirty="0"/>
          </a:p>
          <a:p>
            <a:r>
              <a:rPr lang="fa-IR" dirty="0" smtClean="0"/>
              <a:t>                     استاد:جناب اقای مهندس </a:t>
            </a:r>
            <a:r>
              <a:rPr lang="fa-IR" dirty="0" smtClean="0"/>
              <a:t>وحید فیاض</a:t>
            </a:r>
            <a:endParaRPr lang="fa-IR" dirty="0" smtClean="0"/>
          </a:p>
          <a:p>
            <a:endParaRPr lang="fa-IR" dirty="0" smtClean="0"/>
          </a:p>
          <a:p>
            <a:r>
              <a:rPr lang="fa-IR" dirty="0" smtClean="0"/>
              <a:t>                        </a:t>
            </a:r>
            <a:r>
              <a:rPr lang="fa-IR" dirty="0" smtClean="0"/>
              <a:t>وحید گشانی</a:t>
            </a:r>
            <a:endParaRPr lang="fa-IR" dirty="0" smtClean="0"/>
          </a:p>
          <a:p>
            <a:endParaRPr lang="fa-IR" dirty="0"/>
          </a:p>
          <a:p>
            <a:r>
              <a:rPr lang="fa-IR" dirty="0" smtClean="0"/>
              <a:t>                       دانشگاه ازاد اسلامی واحد قزوین</a:t>
            </a:r>
          </a:p>
          <a:p>
            <a:endParaRPr lang="fa-IR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به نام خدا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67826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908720"/>
            <a:ext cx="6400800" cy="960512"/>
          </a:xfrm>
        </p:spPr>
        <p:txBody>
          <a:bodyPr/>
          <a:lstStyle/>
          <a:p>
            <a:r>
              <a:rPr lang="fa-IR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بیل  مکانیکی</a:t>
            </a:r>
            <a:endParaRPr lang="fa-IR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027" name="Picture 3" descr="C:\Users\Sazgar\Desktop\modiriat\bi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652907"/>
            <a:ext cx="5396368" cy="433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75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10242" name="Picture 2" descr="C:\Users\Sazgar\Desktop\modiriat\PMyY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36671"/>
            <a:ext cx="8663144" cy="643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69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</p:txBody>
      </p:sp>
      <p:pic>
        <p:nvPicPr>
          <p:cNvPr id="9218" name="Picture 2" descr="C:\Users\Sazgar\Desktop\modiriat\0091159295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0" y="1628800"/>
            <a:ext cx="8884567" cy="439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59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8195" name="Picture 3" descr="C:\Users\Sazgar\Desktop\modiriat\3734243104_008c48e9b7_z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717550"/>
            <a:ext cx="8128000" cy="542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20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بیل هیدرولیکی (</a:t>
            </a:r>
            <a:r>
              <a:rPr lang="en-US" dirty="0"/>
              <a:t>Hydraulic Excavator) </a:t>
            </a:r>
            <a:r>
              <a:rPr lang="fa-IR" dirty="0"/>
              <a:t>که در فارسی بیشتر بیل مکانیکی نامیده می‌شود از ماشین سنگین عمرانی و مهندسی است که شامل بازوی مفصلی، باکت و کابین گردان در قسمت بالا و زنجیر و یا چرخ لاستیکی در زیر می‌باشد. این ماشین ارتقاء یافتهٔ بیل‌های بخار است.</a:t>
            </a:r>
          </a:p>
          <a:p>
            <a:endParaRPr lang="fa-IR" dirty="0"/>
          </a:p>
          <a:p>
            <a:endParaRPr lang="fa-I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2050" name="Picture 2" descr="C:\Users\Sazgar\Desktop\modiriat\13-ton-volvo-excavator-dimensions-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861047"/>
            <a:ext cx="664845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4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از قابلیت‌های این ماشین می‌توان به نصب چکش (پیکور) که بسیار پرکاربرد است اشاره کرد. نصب چکش هیدرولیکی یا پنوماتیک بجای باکت این دستگاه، این امکان را فراهم می‌کند که سطوح و احجام سنگی یا بتونی را که بنا به دلایلی نمی‌توان با مواد منفجره و یا کمپرسور تخریب کرد، به‌وسیله مجموعه این دو وسیله (بیل و چکش) تخریب نمود.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9086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پیکور</a:t>
            </a:r>
            <a:endParaRPr lang="fa-IR" dirty="0"/>
          </a:p>
        </p:txBody>
      </p:sp>
      <p:pic>
        <p:nvPicPr>
          <p:cNvPr id="3074" name="Picture 2" descr="C:\Users\Sazgar\Desktop\پیکور 2.bmp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08920"/>
            <a:ext cx="3888432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Sazgar\Desktop\37406_127485664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708920"/>
            <a:ext cx="3816424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88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  <a:p>
            <a:r>
              <a:rPr lang="fa-IR" dirty="0"/>
              <a:t>لازم به ذکر است به دلیل حجم کم باکت و هزینه‌های بالای نگهداری، برای خاکهای نرم و با حجم زیاد لودر وسیله اقتصادی تر است، اما مورد اطمینان برای کارهای شهری نیست (به دلیل رانش ایجاد شده برای ساختمانهای اطراف)، که این موضوع باعث برتری بیل مکانیکی می‌شود.</a:t>
            </a:r>
          </a:p>
          <a:p>
            <a:endParaRPr lang="fa-I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مقایسه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08626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a-IR" dirty="0"/>
              <a:t>حفر کانال، گودال، زیرسازی</a:t>
            </a:r>
          </a:p>
          <a:p>
            <a:r>
              <a:rPr lang="fa-IR" dirty="0"/>
              <a:t>حمل مواد</a:t>
            </a:r>
          </a:p>
          <a:p>
            <a:r>
              <a:rPr lang="fa-IR" dirty="0"/>
              <a:t>برش توسط ادوات هیدرولیکی</a:t>
            </a:r>
          </a:p>
          <a:p>
            <a:r>
              <a:rPr lang="fa-IR" dirty="0"/>
              <a:t>تخریب</a:t>
            </a:r>
          </a:p>
          <a:p>
            <a:r>
              <a:rPr lang="fa-IR" dirty="0"/>
              <a:t>گود برداری برای ساخت ساختمان</a:t>
            </a:r>
          </a:p>
          <a:p>
            <a:r>
              <a:rPr lang="fa-IR" dirty="0"/>
              <a:t>خاک برداری</a:t>
            </a:r>
          </a:p>
          <a:p>
            <a:r>
              <a:rPr lang="fa-IR" dirty="0"/>
              <a:t>تسطیح زمین</a:t>
            </a:r>
          </a:p>
          <a:p>
            <a:r>
              <a:rPr lang="fa-IR" dirty="0"/>
              <a:t>معدنکاری</a:t>
            </a:r>
          </a:p>
          <a:p>
            <a:r>
              <a:rPr lang="fa-IR" dirty="0"/>
              <a:t>لایروبی رودخانه</a:t>
            </a:r>
          </a:p>
          <a:p>
            <a:endParaRPr lang="fa-I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موارد استفاده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60107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Sazgar\Desktop\modiriat\45498_9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8004"/>
            <a:ext cx="57912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Sazgar\Desktop\modiriat\185679_39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077072"/>
            <a:ext cx="4611282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9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از عمده‌ترین تولیدکنندکان بیل‌های هیدرولیکی شرکت‌های کوماتسو، هیوندای، اطلس، ;کیس، کاترپیلار، دوسان، لیبر، کوبلکو و هیتاچی می‌باشند در ایران شرکت هپکو بیل‌های لیبهر را منتاژ و شرکت‌های خیبر و محور ماشین نمایندگی کوماتسو و شرکت هیدرواطلس و ایراطلس نماینده شرکت اطلس آلمان و شرکت‌های پارس لودرز و آسان راه البرز و توسعه عمران بهروز نماینده شرکت هیوندای می‌باشند. در حال حاضر به دلیل تحریم‌ها محصولات شرکت هیوندای در ایران عرضه می‌شوند.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تولید کنندگان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06415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برندهای معروف</a:t>
            </a:r>
            <a:endParaRPr lang="fa-IR" dirty="0"/>
          </a:p>
        </p:txBody>
      </p:sp>
      <p:pic>
        <p:nvPicPr>
          <p:cNvPr id="4098" name="Picture 2" descr="C:\Users\Sazgar\Desktop\old_komatsu_logo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573016"/>
            <a:ext cx="2220838" cy="2309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Sazgar\Desktop\Caterpillar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04864"/>
            <a:ext cx="4382752" cy="438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80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بیل مکانیکی ها سایزهای مختلفی دارند. نمونه های کوچک آنها بیل های </a:t>
            </a:r>
            <a:r>
              <a:rPr lang="en-US" dirty="0"/>
              <a:t>mini </a:t>
            </a:r>
            <a:r>
              <a:rPr lang="fa-IR" dirty="0"/>
              <a:t>یا  </a:t>
            </a:r>
            <a:r>
              <a:rPr lang="en-US" dirty="0"/>
              <a:t>compact </a:t>
            </a:r>
            <a:r>
              <a:rPr lang="fa-IR" dirty="0"/>
              <a:t>نام دارند. مدل های کوچک بیل های کاترپیلار </a:t>
            </a:r>
            <a:r>
              <a:rPr lang="en-US" dirty="0"/>
              <a:t>kg 930 </a:t>
            </a:r>
            <a:r>
              <a:rPr lang="fa-IR" dirty="0"/>
              <a:t>وزن و </a:t>
            </a:r>
            <a:r>
              <a:rPr lang="fa-IR" dirty="0" smtClean="0"/>
              <a:t>53 </a:t>
            </a:r>
            <a:r>
              <a:rPr lang="fa-IR" dirty="0"/>
              <a:t>اسب بخار قدرت دارند. مدل های بزرگتر آنها که بزرگترین بیل موجود است (</a:t>
            </a:r>
            <a:r>
              <a:rPr lang="en-US" dirty="0"/>
              <a:t>CAT 6090 ) kg 979900 </a:t>
            </a:r>
            <a:r>
              <a:rPr lang="fa-IR" dirty="0"/>
              <a:t>وزن دارد و 4500 </a:t>
            </a:r>
            <a:r>
              <a:rPr lang="fa-IR" dirty="0" smtClean="0"/>
              <a:t>اسب </a:t>
            </a:r>
            <a:r>
              <a:rPr lang="fa-IR" dirty="0"/>
              <a:t>بخار قدرت، و ظرفیت جام آن 52 متر مکعب است.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6416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 6090</a:t>
            </a:r>
            <a:endParaRPr lang="fa-IR" dirty="0"/>
          </a:p>
        </p:txBody>
      </p:sp>
      <p:pic>
        <p:nvPicPr>
          <p:cNvPr id="4" name="Picture 2" descr="C:\Users\Sazgar\Desktop\large-sized-excavator-55229-2905627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556792"/>
            <a:ext cx="6840760" cy="515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31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موتورهای بیل ها به عنوان پیشرانه ی پمپهای هیدرولیکی عمل می کند. دو پمپ اصلی فشار روغن را تا 5000 پاسکال افزایش می دهد که برای وزنه ها و موتورهای چرخشی و متعلقات استفاده می شود. موتور سوم فشار کمتر « 700 پاسکال » برای کنترل سکان پمپ می کند. این چرخه برای کنترل سوپاپ قرقره ها استفاده می شود که باعث می شود کنترل راحت تر شود.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4552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دو قسمت اصلی یک بیل مکانیکی </a:t>
            </a:r>
            <a:r>
              <a:rPr lang="en-US" dirty="0"/>
              <a:t>undercarriage  </a:t>
            </a:r>
            <a:r>
              <a:rPr lang="fa-IR" dirty="0"/>
              <a:t>و اتاقک. </a:t>
            </a:r>
            <a:r>
              <a:rPr lang="en-US" dirty="0"/>
              <a:t>Undercarriage  </a:t>
            </a:r>
            <a:r>
              <a:rPr lang="fa-IR" dirty="0"/>
              <a:t>شامل تیغه ها، خط سیر « </a:t>
            </a:r>
            <a:r>
              <a:rPr lang="en-US" dirty="0"/>
              <a:t>track» </a:t>
            </a:r>
            <a:r>
              <a:rPr lang="fa-IR" dirty="0"/>
              <a:t>و فریم آن و پیشرانه های نهایی که موتور هیدرولیکی دارند.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3331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اتاقک شامل کابین اپراتور، وزنه تعادل « </a:t>
            </a:r>
            <a:r>
              <a:rPr lang="en-US" dirty="0"/>
              <a:t>counter weight »، </a:t>
            </a:r>
            <a:r>
              <a:rPr lang="fa-IR" dirty="0"/>
              <a:t>موتور، سوخت و باک روغن، اتاقک با یک پین به </a:t>
            </a:r>
            <a:r>
              <a:rPr lang="en-US" dirty="0"/>
              <a:t>undercarriage  </a:t>
            </a:r>
            <a:r>
              <a:rPr lang="fa-IR" dirty="0"/>
              <a:t>متصل است که امکان چرخش 360 درجه را به ماشین می دهد. بازوهای بیل نیروی کندن جام از روی زمین را تأمین می کند.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1765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در انتهای بازوها جام قرار دارد.</a:t>
            </a:r>
          </a:p>
          <a:p>
            <a:r>
              <a:rPr lang="fa-IR" dirty="0"/>
              <a:t>جام های پهن با تیغه های برش مستقیم برای تمیز کردن و همسطح کردن یا وقتی مصالح حفاری نرم باشند استفاده می شوند و حالت فابریک و غیر سفارشی و اصلی دارای جام کوچکتر، قوی تر و با برش دهنده های کناری قوی تر می باشند و دندانه ها برای شکستن و کندن زمین های سخت و صخره ها می باشند. جام ها شکل ها و سایزهای متنوعی </a:t>
            </a:r>
            <a:r>
              <a:rPr lang="fa-IR" dirty="0" smtClean="0"/>
              <a:t>برای </a:t>
            </a:r>
            <a:r>
              <a:rPr lang="fa-IR" dirty="0"/>
              <a:t>انواع مختلف کارها دارند و ابزارهای بسیاری وجود دارند برای وصل شدن به این ماشین برای برش، سوراخ کردن، بلند کردن و...</a:t>
            </a:r>
          </a:p>
          <a:p>
            <a:endParaRPr lang="fa-I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1629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جام و دندانه</a:t>
            </a:r>
            <a:endParaRPr lang="fa-IR" dirty="0"/>
          </a:p>
        </p:txBody>
      </p:sp>
      <p:pic>
        <p:nvPicPr>
          <p:cNvPr id="5122" name="Picture 2" descr="C:\Users\Sazgar\Desktop\modiriat\69428_131234778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140968"/>
            <a:ext cx="2857500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Sazgar\Desktop\modiriat\excavator_bucket_teeth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52266"/>
            <a:ext cx="3284984" cy="302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17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چرخش عمودی تیغه</a:t>
            </a:r>
            <a:endParaRPr lang="fa-IR" dirty="0"/>
          </a:p>
        </p:txBody>
      </p:sp>
      <p:pic>
        <p:nvPicPr>
          <p:cNvPr id="7170" name="Picture 2" descr="C:\Users\Sazgar\Desktop\modiriat\13-ton-volvo-excavator-dimensions-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988840"/>
            <a:ext cx="5202907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19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زنجیر</a:t>
            </a:r>
            <a:endParaRPr lang="fa-IR" dirty="0"/>
          </a:p>
        </p:txBody>
      </p:sp>
      <p:pic>
        <p:nvPicPr>
          <p:cNvPr id="6146" name="Picture 2" descr="C:\Users\Sazgar\Desktop\modiriat\Komatsu-Excavator-Spare-Parts-PC3000-PC8000-PC2000-8-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492896"/>
            <a:ext cx="4728904" cy="352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93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11266" name="Picture 2" descr="C:\Users\Sazgar\Desktop\modiriat\141_pc55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36" y="532098"/>
            <a:ext cx="8709403" cy="556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98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9974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101</TotalTime>
  <Words>649</Words>
  <Application>Microsoft Office PowerPoint</Application>
  <PresentationFormat>On-screen Show (4:3)</PresentationFormat>
  <Paragraphs>39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Hardcover</vt:lpstr>
      <vt:lpstr>به نام خدا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پیکور</vt:lpstr>
      <vt:lpstr>مقایسه</vt:lpstr>
      <vt:lpstr>موارد استفاده</vt:lpstr>
      <vt:lpstr>PowerPoint Presentation</vt:lpstr>
      <vt:lpstr>تولید کنندگان</vt:lpstr>
      <vt:lpstr>برندهای معروف</vt:lpstr>
      <vt:lpstr>PowerPoint Presentation</vt:lpstr>
      <vt:lpstr>Cat 6090</vt:lpstr>
      <vt:lpstr>PowerPoint Presentation</vt:lpstr>
      <vt:lpstr>PowerPoint Presentation</vt:lpstr>
      <vt:lpstr>PowerPoint Presentation</vt:lpstr>
      <vt:lpstr>PowerPoint Presentation</vt:lpstr>
      <vt:lpstr>جام و دندانه</vt:lpstr>
      <vt:lpstr>چرخش عمودی تیغه</vt:lpstr>
      <vt:lpstr>زنجیر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dr.sh</dc:creator>
  <cp:lastModifiedBy>dr.sh</cp:lastModifiedBy>
  <cp:revision>11</cp:revision>
  <dcterms:created xsi:type="dcterms:W3CDTF">2013-04-19T06:45:48Z</dcterms:created>
  <dcterms:modified xsi:type="dcterms:W3CDTF">2013-07-26T19:46:42Z</dcterms:modified>
</cp:coreProperties>
</file>